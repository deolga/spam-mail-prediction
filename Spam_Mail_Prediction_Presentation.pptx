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Spam Mail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800"/>
              <a:t>Internship Project</a:t>
            </a:r>
          </a:p>
          <a:p>
            <a:r>
              <a:rPr sz="2800"/>
              <a:t>Text Classification 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Spam messages are unwanted or deceptive communications</a:t>
            </a:r>
          </a:p>
          <a:p>
            <a:r>
              <a:rPr sz="2200"/>
              <a:t>• Automated classification can filter messages efficiently</a:t>
            </a:r>
          </a:p>
          <a:p>
            <a:r>
              <a:rPr sz="2200"/>
              <a:t>• This project classifies messages as spam or ham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Given the text of a message, predict its category</a:t>
            </a:r>
          </a:p>
          <a:p>
            <a:r>
              <a:rPr sz="2200"/>
              <a:t>• Build a supervised machine-learning pipeline</a:t>
            </a:r>
          </a:p>
          <a:p>
            <a:r>
              <a:rPr sz="2200"/>
              <a:t>• Evaluate performance on unseen test messages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3.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Clean and prepare the message data</a:t>
            </a:r>
          </a:p>
          <a:p>
            <a:r>
              <a:rPr sz="2200"/>
              <a:t>• Convert text into numerical features</a:t>
            </a:r>
          </a:p>
          <a:p>
            <a:r>
              <a:rPr sz="2200"/>
              <a:t>• Train a logistic regression classifier</a:t>
            </a:r>
          </a:p>
          <a:p>
            <a:r>
              <a:rPr sz="2200"/>
              <a:t>• Measure accuracy and class-wise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4.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Supplied mail_data.csv dataset</a:t>
            </a:r>
          </a:p>
          <a:p>
            <a:r>
              <a:rPr sz="2200"/>
              <a:t>• Main fields: Category and Message</a:t>
            </a:r>
          </a:p>
          <a:p>
            <a:r>
              <a:rPr sz="2200"/>
              <a:t>• Categories: spam and ham</a:t>
            </a:r>
          </a:p>
          <a:p>
            <a:r>
              <a:rPr sz="2200"/>
              <a:t>• Missing values are replaced with empty strings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5.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Encode spam as 0 and ham as 1</a:t>
            </a:r>
          </a:p>
          <a:p>
            <a:r>
              <a:rPr sz="2200"/>
              <a:t>• Split data into stratified training/test sets</a:t>
            </a:r>
          </a:p>
          <a:p>
            <a:r>
              <a:rPr sz="2200"/>
              <a:t>• Preserve class proportions during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6. 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TF-IDF converts text into numerical feature vectors</a:t>
            </a:r>
          </a:p>
          <a:p>
            <a:r>
              <a:rPr sz="2200"/>
              <a:t>• English stop words are removed</a:t>
            </a:r>
          </a:p>
          <a:p>
            <a:r>
              <a:rPr sz="2200"/>
              <a:t>• Vocabulary is learned only from training data to avoid leakage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7.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Logistic Regression is a linear classification algorithm</a:t>
            </a:r>
          </a:p>
          <a:p>
            <a:r>
              <a:rPr sz="2200"/>
              <a:t>• It learns weights for text features</a:t>
            </a:r>
          </a:p>
          <a:p>
            <a:r>
              <a:rPr sz="2200"/>
              <a:t>• The trained model predicts the class of unseen messages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8.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Training and test accuracy are calculated</a:t>
            </a:r>
          </a:p>
          <a:p>
            <a:r>
              <a:rPr sz="2200"/>
              <a:t>• Confusion matrix shows correct and incorrect predictions</a:t>
            </a:r>
          </a:p>
          <a:p>
            <a:r>
              <a:rPr sz="2200"/>
              <a:t>• Precision, recall and F1-score provide class-wise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9.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Notebook includes both a spam-like message and a normal message</a:t>
            </a:r>
          </a:p>
          <a:p>
            <a:r>
              <a:rPr sz="2200"/>
              <a:t>• Each message is transformed with the fitted TF-IDF vectorizer</a:t>
            </a:r>
          </a:p>
          <a:p>
            <a:r>
              <a:rPr sz="2200"/>
              <a:t>• The classifier returns the predicted category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10. Results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The completed notebook prints dataset distribution and evaluation metrics</a:t>
            </a:r>
          </a:p>
          <a:p>
            <a:r>
              <a:rPr sz="2200"/>
              <a:t>• Results can be reproduced by executing the notebook with the supplied CSV</a:t>
            </a:r>
          </a:p>
          <a:p>
            <a:r>
              <a:rPr sz="2200"/>
              <a:t>• Performance depends on the dataset and its vocabulary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11. 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New spam patterns may reduce performance</a:t>
            </a:r>
          </a:p>
          <a:p>
            <a:r>
              <a:rPr sz="2200"/>
              <a:t>• Dataset language/domain may limit generalization</a:t>
            </a:r>
          </a:p>
          <a:p>
            <a:r>
              <a:rPr sz="2200"/>
              <a:t>• Future: class weighting, hyperparameter tuning, n-grams, model comparison,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12.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The project provides a complete NLP classification pipeline from raw message text to TF-IDF features, logistic regression, evaluation, and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