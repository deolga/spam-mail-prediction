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E0E310-727A-4E95-80BF-F8CD346B28F2}" v="222" dt="2026-09-30T13:59:23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SPAM MAIL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7451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DCDC"/>
                </a:solidFill>
              </a:defRPr>
            </a:pPr>
            <a:r>
              <a:t>Text Classification using TF-IDF &amp; Logistic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389120"/>
            <a:ext cx="73152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rPr dirty="0"/>
              <a:t>INTERNSHIP PROJECT • PROJECT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83480"/>
            <a:ext cx="64008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 b="0">
                <a:solidFill>
                  <a:srgbClr val="FFFFFF"/>
                </a:solidFill>
              </a:defRPr>
            </a:pPr>
            <a:r>
              <a:rPr dirty="0"/>
              <a:t>Name: </a:t>
            </a:r>
            <a:endParaRPr lang="en-US" u="sng" dirty="0"/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rPr lang="en-US" dirty="0"/>
              <a:t>JOEL PRINCETON CHEELI</a:t>
            </a:r>
            <a:endParaRPr lang="en-US" u="sng" dirty="0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035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DC"/>
                </a:solidFill>
              </a:defRPr>
            </a:pPr>
            <a:r>
              <a:t>Naviotech Solution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Classify messages as spam or legitimate (ham)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Uses the supplied SMS/email-style message dataset.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Converts message text into numerical TF-IDF features.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Trains a Logistic Regression binary classifier.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Evaluates performance on a stratified 20% test split.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Successfully classified example spam and legitimate messages.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Automated filtering can reduce unwanted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2238"/>
                </a:solidFill>
              </a:defRPr>
            </a:pPr>
            <a:r>
              <a:t>The goal is to distinguish unwanted promotional/fraudulent messages from legitimate communication using only message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424160" cy="24878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endParaRPr lang="en-US" dirty="0"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endParaRPr lang="en-US" dirty="0"/>
          </a:p>
          <a:p>
            <a:pPr marL="342900" indent="-342900">
              <a:spcAft>
                <a:spcPts val="1000"/>
              </a:spcAft>
              <a:buFont typeface="Arial"/>
              <a:buChar char="•"/>
              <a:defRPr sz="1900">
                <a:solidFill>
                  <a:srgbClr val="1E293B"/>
                </a:solidFill>
              </a:defRPr>
            </a:pPr>
            <a:r>
              <a:rPr dirty="0"/>
              <a:t>Input: raw message text.</a:t>
            </a:r>
            <a:endParaRPr dirty="0"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Font typeface="Arial"/>
              <a:buChar char="•"/>
              <a:defRPr sz="1900">
                <a:solidFill>
                  <a:srgbClr val="1E293B"/>
                </a:solidFill>
              </a:defRPr>
            </a:pPr>
            <a:r>
              <a:rPr dirty="0"/>
              <a:t>Output: SPAM or HAM.</a:t>
            </a:r>
            <a:endParaRPr dirty="0"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Font typeface="Arial"/>
              <a:buChar char="•"/>
              <a:defRPr sz="1900">
                <a:solidFill>
                  <a:srgbClr val="1E293B"/>
                </a:solidFill>
              </a:defRPr>
            </a:pPr>
            <a:r>
              <a:rPr dirty="0"/>
              <a:t> Challenge: natural language is unstructured and must be converted into numerical features.</a:t>
            </a:r>
            <a:endParaRPr dirty="0"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Font typeface="Arial"/>
              <a:buChar char="•"/>
              <a:defRPr sz="1900">
                <a:solidFill>
                  <a:srgbClr val="1E293B"/>
                </a:solidFill>
              </a:defRPr>
            </a:pPr>
            <a:r>
              <a:rPr dirty="0"/>
              <a:t> Requirement: achieve strong accuracy while keeping the model interpretable and lightweight.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Key goals of the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Load and clean the supplied message dataset.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Encode spam/ham labels numerically.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Split data into training and test sets using stratification.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Transform text into TF-IDF features.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Train Logistic Regression and evaluate accuracy, precision, recall and F1-score.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Test the classifier on new example messages.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Dataset &amp;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Actual dataset statistics from the successful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37744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TOTAL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19751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09999"/>
                </a:solidFill>
              </a:defRPr>
            </a:pPr>
            <a:r>
              <a:t>5,572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17320"/>
            <a:ext cx="237744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4448" y="1581912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HAM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1984248"/>
            <a:ext cx="19751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A34A"/>
                </a:solidFill>
              </a:defRPr>
            </a:pPr>
            <a:r>
              <a:t>4,825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417320"/>
            <a:ext cx="237744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7" y="1581912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SPAM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7" y="1984248"/>
            <a:ext cx="19751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EA580C"/>
                </a:solidFill>
              </a:defRPr>
            </a:pPr>
            <a:r>
              <a:t>747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417320"/>
            <a:ext cx="237744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87968" y="1581912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TEST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1984248"/>
            <a:ext cx="19751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09999"/>
                </a:solidFill>
              </a:defRPr>
            </a:pPr>
            <a:r>
              <a:t>1,115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46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Training set: 4,457 messages  •  Test set: 1,115 messages  •  test_size = 0.20  •  stratified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</a:defRPr>
            </a:pPr>
            <a:r>
              <a:t>The class distribution is imbalanced, so stratification is used to preserve the spam/ham proportion in both splits.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End-to-end text classification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76197" y="3271607"/>
            <a:ext cx="1860858" cy="776715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77090" y="3659281"/>
            <a:ext cx="1721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Raw message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3329519" y="2677667"/>
            <a:ext cx="4122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3938" y="1596521"/>
            <a:ext cx="1860858" cy="776715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77090" y="1806833"/>
            <a:ext cx="1721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Clean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330" y="1843409"/>
            <a:ext cx="2546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9938" y="1596521"/>
            <a:ext cx="1860858" cy="776715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63090" y="1806833"/>
            <a:ext cx="1721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TF-IDF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330" y="1843409"/>
            <a:ext cx="2546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5938" y="1596521"/>
            <a:ext cx="1860858" cy="776715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49090" y="1806833"/>
            <a:ext cx="1721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Logistic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9330" y="1843409"/>
            <a:ext cx="2546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1938" y="1596521"/>
            <a:ext cx="1860858" cy="776715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5090" y="1806833"/>
            <a:ext cx="1721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Prediction</a:t>
            </a:r>
          </a:p>
        </p:txBody>
      </p:sp>
      <p:sp>
        <p:nvSpPr>
          <p:cNvPr id="20" name="TextBox 19"/>
          <p:cNvSpPr txBox="1"/>
          <p:nvPr/>
        </p:nvSpPr>
        <p:spPr>
          <a:xfrm rot="5400000">
            <a:off x="9836080" y="2677047"/>
            <a:ext cx="1259667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rPr dirty="0"/>
              <a:t>→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461938" y="3271607"/>
            <a:ext cx="1860858" cy="776715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7349" y="3659281"/>
            <a:ext cx="1721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956" y="4957204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</a:defRPr>
            </a:pPr>
            <a:r>
              <a:t>TF-IDF captures informative words while reducing the influence of very common terms. Logistic Regression then learns a decision boundary between the two 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Tools and model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pandas: dataset loading and preprocessing.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TfidfVectorizer: lowercase text, English stop-word removal and TF-IDF features.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LogisticRegression(max_iter=1000): binary classifier.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Metrics: accuracy, confusion matrix, precision, recall and F1-score.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The same fitted vectorizer is used to transform new example messages before prediction.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Feature Engineering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Actual TF-IDF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3108960" cy="146304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1627632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TRAINING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29968"/>
            <a:ext cx="27066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09999"/>
                </a:solidFill>
              </a:defRPr>
            </a:pPr>
            <a:r>
              <a:t>4,457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63040"/>
            <a:ext cx="3108960" cy="146304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1627632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TF-IDF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029968"/>
            <a:ext cx="27066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09999"/>
                </a:solidFill>
              </a:defRPr>
            </a:pPr>
            <a:r>
              <a:t>7,493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108960" cy="146304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1627632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TEST SAMPLES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029968"/>
            <a:ext cx="27066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2238"/>
                </a:solidFill>
              </a:defRPr>
            </a:pPr>
            <a:r>
              <a:t>1,115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999"/>
                </a:solidFill>
              </a:defRPr>
            </a:pPr>
            <a:r>
              <a:t>Training TF-IDF shape: (4457, 7493)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</a:defRPr>
            </a:pPr>
            <a:r>
              <a:t>The vectorizer converts each message into a sparse numerical representation suitable for Logistic Regression.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Actual results from the successful VS Code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743200" cy="141732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36192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TRAINING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23408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2238"/>
                </a:solidFill>
              </a:defRPr>
            </a:pPr>
            <a:r>
              <a:t>96.68%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371600"/>
            <a:ext cx="2743200" cy="141732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0207" y="1536192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TEST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7" y="1938528"/>
            <a:ext cx="23408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09999"/>
                </a:solidFill>
              </a:defRPr>
            </a:pPr>
            <a:r>
              <a:t>97.13%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371600"/>
            <a:ext cx="2743200" cy="141732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3448" y="1536192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TEST 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1938528"/>
            <a:ext cx="23408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EA580C"/>
                </a:solidFill>
              </a:defRPr>
            </a:pPr>
            <a:r>
              <a:t>1,115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15087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Strong</a:t>
            </a:r>
            <a:br/>
            <a:r>
              <a:t>held-out</a:t>
            </a:r>
            <a:br/>
            <a: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2238"/>
                </a:solidFill>
              </a:defRPr>
            </a:pPr>
            <a:r>
              <a:t>Classification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748B"/>
                </a:solidFill>
              </a:defRPr>
            </a:pPr>
            <a:r>
              <a:t>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840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748B"/>
                </a:solidFill>
              </a:defRPr>
            </a:pPr>
            <a:r>
              <a:t>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840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748B"/>
                </a:solidFill>
              </a:defRPr>
            </a:pPr>
            <a: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840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748B"/>
                </a:solidFill>
              </a:defRPr>
            </a:pPr>
            <a:r>
              <a:t>F1-score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840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748B"/>
                </a:solidFill>
              </a:defRPr>
            </a:pPr>
            <a:r>
              <a:t>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245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SPAM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2245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0.99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2245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0.79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2245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0.88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2245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149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27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HAM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727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0.97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727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1.00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727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0.98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727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966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303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Weighted avg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52303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0.97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52303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0.97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52303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0.97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52303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1,115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Rows = true class • Columns = predicted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Actual / Predicted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SPAM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HAM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65960"/>
            <a:ext cx="182880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12140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</a:defRPr>
            </a:pPr>
            <a:r>
              <a:t>118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965960"/>
            <a:ext cx="182880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12140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580C"/>
                </a:solidFill>
              </a:defRPr>
            </a:pPr>
            <a:r>
              <a:t>31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383280"/>
            <a:ext cx="182880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35387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580C"/>
                </a:solidFill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383280"/>
            <a:ext cx="182880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35387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</a:defRPr>
            </a:pPr>
            <a:r>
              <a:t>965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7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2238"/>
                </a:solidFill>
              </a:defRPr>
            </a:pPr>
            <a:r>
              <a:t>SPAM</a:t>
            </a:r>
            <a:br/>
            <a:r>
              <a:t>Actual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4747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2238"/>
                </a:solidFill>
              </a:defRPr>
            </a:pPr>
            <a:r>
              <a:t>HAM</a:t>
            </a:r>
            <a:br/>
            <a:r>
              <a:t>Actual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118 spam messages were correctly detected; 31 spam messages were classified as ham. 965 ham messages were correctly classified, with 1 false positive.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Example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Sanity checks on unseen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</a:defRPr>
            </a:pPr>
            <a:r>
              <a:t>Example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120640" cy="128016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“Congratulations! You have won a free prize. Click now to claim your reward.”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C2626"/>
                </a:solidFill>
              </a:defRPr>
            </a:pPr>
            <a:r>
              <a:t>Prediction: SPAM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</a:defRPr>
            </a:pPr>
            <a:r>
              <a:t>Example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120640" cy="128016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“Hi, are we still meeting for class tomorrow at 10?”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337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</a:defRPr>
            </a:pPr>
            <a:r>
              <a:t>Prediction: HAM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Strengths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Interpreting the model responsibly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High held-out accuracy: 97.13%.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Fast and lightweight model.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TF-IDF + Logistic Regression is easy to explain.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Works directly on message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Spam recall is 0.79 in the test set.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Dataset language/domain may differ from future messages.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Short or obfuscated messages can be difficult to classify.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Model does not learn semantic context like modern language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Possible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Tune the decision threshold to improve spam recall.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Try class weighting or resampling for the imbalanced dataset.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Compare Logistic Regression with Naive Bayes, SVM and tree-based methods.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Add n-grams and domain-specific preprocessing.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Deploy as an email gateway, web API or lightweight desktop tool.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Project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238"/>
                </a:solidFill>
              </a:defRPr>
            </a:pPr>
            <a:r>
              <a:t>A complete text-classification pipeline was implemented and successfully tested.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196596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95351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5,572 messages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1" y="29900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743200"/>
            <a:ext cx="196596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295351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TF-IDF: 7,493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5192" y="29900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2743200"/>
            <a:ext cx="196596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30952" y="295351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Logistic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29900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743200"/>
            <a:ext cx="196596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16952" y="295351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97.13% test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062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</a:defRPr>
            </a:pPr>
            <a:r>
              <a:t>The model correctly classified the supplied example spam and ham messages and produced a full evaluation report on 1,115 held-out messages.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999"/>
                </a:solidFill>
              </a:defRPr>
            </a:pPr>
            <a:r>
              <a:t>Spam Mail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2238"/>
                </a:solidFill>
              </a:defRPr>
            </a:pPr>
            <a:r>
              <a:t>Internship Project • Naviotech Solution Pvt. Ltd.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38</cp:revision>
  <dcterms:created xsi:type="dcterms:W3CDTF">2013-01-27T09:14:16Z</dcterms:created>
  <dcterms:modified xsi:type="dcterms:W3CDTF">2026-09-30T14:00:14Z</dcterms:modified>
  <cp:category/>
</cp:coreProperties>
</file>